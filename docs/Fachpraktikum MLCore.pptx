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ab7220c95c_0_6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ab7220c95c_0_6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plantum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45017"/>
            <a:ext cx="9143999" cy="4342316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Struktur &amp; Setup</a:t>
            </a:r>
            <a:endParaRPr/>
          </a:p>
        </p:txBody>
      </p:sp>
      <p:sp>
        <p:nvSpPr>
          <p:cNvPr id="56" name="Google Shape;56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Struktur &amp; Setup</a:t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de"/>
              <a:t>pyproject.toml für Dependencies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de"/>
              <a:t>pytest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de"/>
              <a:t>Dockerfile für Image Definition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de"/>
              <a:t>docker-compose für Test-Env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de"/>
              <a:t>Make für lokale Umgebung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de"/>
              <a:t>GitHub-Actions für CI/CD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